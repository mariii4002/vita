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60" r:id="rId6"/>
    <p:sldId id="257" r:id="rId7"/>
    <p:sldId id="261" r:id="rId8"/>
    <p:sldId id="258" r:id="rId9"/>
    <p:sldId id="300" r:id="rId10"/>
    <p:sldId id="318" r:id="rId11"/>
    <p:sldId id="314" r:id="rId12"/>
    <p:sldId id="315" r:id="rId13"/>
    <p:sldId id="316" r:id="rId14"/>
    <p:sldId id="263" r:id="rId15"/>
    <p:sldId id="31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79388" autoAdjust="0"/>
  </p:normalViewPr>
  <p:slideViewPr>
    <p:cSldViewPr snapToGrid="0">
      <p:cViewPr varScale="1">
        <p:scale>
          <a:sx n="58" d="100"/>
          <a:sy n="58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7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93069-1802-48BE-B607-8D5EA993A2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6F7B5-E251-4343-B374-3DD46F5C5B9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06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16F7B5-E251-4343-B374-3DD46F5C5B9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790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Este produto é destinado a quem?</a:t>
            </a:r>
            <a:br>
              <a:rPr lang="pt-BR" b="1" dirty="0"/>
            </a:br>
            <a:r>
              <a:rPr lang="pt-BR" b="1" dirty="0"/>
              <a:t/>
            </a:r>
            <a:br>
              <a:rPr lang="pt-BR" b="1" dirty="0"/>
            </a:br>
            <a:r>
              <a:rPr lang="pt-BR" b="1" dirty="0"/>
              <a:t>Crianças</a:t>
            </a:r>
            <a:r>
              <a:rPr lang="pt-BR" b="1" baseline="0" dirty="0"/>
              <a:t> ? Jovens? Adultos? Idosos ? Deficientes? 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79E9-3C8B-43AB-AE88-3AD39B340D2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656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Demonstre</a:t>
            </a:r>
            <a:r>
              <a:rPr lang="pt-BR" b="1" baseline="0" dirty="0"/>
              <a:t> as matérias-primas necessárias para produzir o produto inovador, podem usar imagens respeitando os direitos bibliográficos.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79E9-3C8B-43AB-AE88-3AD39B340D2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61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Demonstre</a:t>
            </a:r>
            <a:r>
              <a:rPr lang="pt-BR" b="1" baseline="0" dirty="0"/>
              <a:t> os materiais de consumo necessários para produzir o produto inovador, podem usar imagens respeitando os direitos bibliográficos.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79E9-3C8B-43AB-AE88-3AD39B340D2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909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E79E9-3C8B-43AB-AE88-3AD39B340D2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2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14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359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0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014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38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59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82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18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09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93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99422-9AA0-435F-93E8-1500EAD150F3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44E2D-D5EE-4817-86C4-9C3E647DA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88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NOME DA EMPRESA</a:t>
            </a:r>
          </a:p>
        </p:txBody>
      </p:sp>
    </p:spTree>
    <p:extLst>
      <p:ext uri="{BB962C8B-B14F-4D97-AF65-F5344CB8AC3E}">
        <p14:creationId xmlns:p14="http://schemas.microsoft.com/office/powerpoint/2010/main" val="391864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EQUIPE </a:t>
            </a: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10980683" y="5690092"/>
            <a:ext cx="12113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000" dirty="0"/>
              <a:t>LOGO DA EMPRESA</a:t>
            </a:r>
          </a:p>
        </p:txBody>
      </p:sp>
      <p:sp>
        <p:nvSpPr>
          <p:cNvPr id="4" name="Retângulo 3"/>
          <p:cNvSpPr/>
          <p:nvPr/>
        </p:nvSpPr>
        <p:spPr>
          <a:xfrm>
            <a:off x="1202739" y="1723573"/>
            <a:ext cx="1719131" cy="3015110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234960" y="4989579"/>
            <a:ext cx="1686910" cy="546538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3514397" y="1683953"/>
            <a:ext cx="1686910" cy="3054733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5755073" y="1683951"/>
            <a:ext cx="1686910" cy="3054733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995749" y="1683950"/>
            <a:ext cx="1686910" cy="3054733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1684935" y="2861948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FOTO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215248" y="5078182"/>
            <a:ext cx="168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E CARGO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972256" y="2861948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FOTO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252673" y="2991454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FOTO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8350473" y="3062905"/>
            <a:ext cx="97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FOTO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3522280" y="5013435"/>
            <a:ext cx="1686910" cy="546538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3514397" y="5078182"/>
            <a:ext cx="168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E CARGO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755073" y="5030885"/>
            <a:ext cx="1686910" cy="546538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5747190" y="5119488"/>
            <a:ext cx="168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E CARGO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7995749" y="5005345"/>
            <a:ext cx="1686910" cy="546538"/>
          </a:xfrm>
          <a:prstGeom prst="rect">
            <a:avLst/>
          </a:prstGeom>
          <a:noFill/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7943201" y="5127164"/>
            <a:ext cx="168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 E CARGO</a:t>
            </a:r>
          </a:p>
        </p:txBody>
      </p:sp>
    </p:spTree>
    <p:extLst>
      <p:ext uri="{BB962C8B-B14F-4D97-AF65-F5344CB8AC3E}">
        <p14:creationId xmlns:p14="http://schemas.microsoft.com/office/powerpoint/2010/main" val="203624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820466"/>
            <a:ext cx="10515600" cy="1325563"/>
          </a:xfrm>
        </p:spPr>
        <p:txBody>
          <a:bodyPr/>
          <a:lstStyle/>
          <a:p>
            <a:r>
              <a:rPr lang="pt-BR" dirty="0"/>
              <a:t>HISTÓRIA DA EMPRESA</a:t>
            </a:r>
          </a:p>
        </p:txBody>
      </p:sp>
    </p:spTree>
    <p:extLst>
      <p:ext uri="{BB962C8B-B14F-4D97-AF65-F5344CB8AC3E}">
        <p14:creationId xmlns:p14="http://schemas.microsoft.com/office/powerpoint/2010/main" val="387743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141483" cy="1325563"/>
          </a:xfrm>
        </p:spPr>
        <p:txBody>
          <a:bodyPr/>
          <a:lstStyle/>
          <a:p>
            <a:r>
              <a:rPr lang="pt-BR" dirty="0"/>
              <a:t>MISSÃO</a:t>
            </a: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10980683" y="5690092"/>
            <a:ext cx="12113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000" dirty="0"/>
              <a:t>LOGO DA EMPRESA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4679732" y="2567043"/>
            <a:ext cx="21414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VISÃO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8253249" y="780283"/>
            <a:ext cx="25461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VALORES</a:t>
            </a:r>
          </a:p>
        </p:txBody>
      </p:sp>
    </p:spTree>
    <p:extLst>
      <p:ext uri="{BB962C8B-B14F-4D97-AF65-F5344CB8AC3E}">
        <p14:creationId xmlns:p14="http://schemas.microsoft.com/office/powerpoint/2010/main" val="218605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IDENTIDADE VISUAL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016000" y="2479040"/>
            <a:ext cx="3881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Logo, slogan e cores da empresa</a:t>
            </a:r>
          </a:p>
        </p:txBody>
      </p:sp>
    </p:spTree>
    <p:extLst>
      <p:ext uri="{BB962C8B-B14F-4D97-AF65-F5344CB8AC3E}">
        <p14:creationId xmlns:p14="http://schemas.microsoft.com/office/powerpoint/2010/main" val="316271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SWOT - FOFA</a:t>
            </a: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10980683" y="5690092"/>
            <a:ext cx="12113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000" dirty="0"/>
              <a:t>LOGO DA EMPRESA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747520" y="2519680"/>
            <a:ext cx="768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Deixar que claro que o foco é na empresa e produto.</a:t>
            </a:r>
          </a:p>
        </p:txBody>
      </p:sp>
    </p:spTree>
    <p:extLst>
      <p:ext uri="{BB962C8B-B14F-4D97-AF65-F5344CB8AC3E}">
        <p14:creationId xmlns:p14="http://schemas.microsoft.com/office/powerpoint/2010/main" val="241554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Público - alvo</a:t>
            </a:r>
          </a:p>
        </p:txBody>
      </p:sp>
    </p:spTree>
    <p:extLst>
      <p:ext uri="{BB962C8B-B14F-4D97-AF65-F5344CB8AC3E}">
        <p14:creationId xmlns:p14="http://schemas.microsoft.com/office/powerpoint/2010/main" val="267387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98520" y="2214245"/>
            <a:ext cx="5867400" cy="1325563"/>
          </a:xfrm>
        </p:spPr>
        <p:txBody>
          <a:bodyPr/>
          <a:lstStyle/>
          <a:p>
            <a:r>
              <a:rPr lang="pt-BR" dirty="0"/>
              <a:t>SERVIÇOS OFERECIDOS </a:t>
            </a:r>
          </a:p>
        </p:txBody>
      </p:sp>
    </p:spTree>
    <p:extLst>
      <p:ext uri="{BB962C8B-B14F-4D97-AF65-F5344CB8AC3E}">
        <p14:creationId xmlns:p14="http://schemas.microsoft.com/office/powerpoint/2010/main" val="308857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CLIENTE </a:t>
            </a:r>
          </a:p>
        </p:txBody>
      </p:sp>
    </p:spTree>
    <p:extLst>
      <p:ext uri="{BB962C8B-B14F-4D97-AF65-F5344CB8AC3E}">
        <p14:creationId xmlns:p14="http://schemas.microsoft.com/office/powerpoint/2010/main" val="122458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LINK PARA O SITE</a:t>
            </a:r>
          </a:p>
        </p:txBody>
      </p:sp>
    </p:spTree>
    <p:extLst>
      <p:ext uri="{BB962C8B-B14F-4D97-AF65-F5344CB8AC3E}">
        <p14:creationId xmlns:p14="http://schemas.microsoft.com/office/powerpoint/2010/main" val="305493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0741" y="2291291"/>
            <a:ext cx="10515600" cy="1325563"/>
          </a:xfrm>
        </p:spPr>
        <p:txBody>
          <a:bodyPr/>
          <a:lstStyle/>
          <a:p>
            <a:r>
              <a:rPr lang="pt-BR" dirty="0"/>
              <a:t>TECNOLOGIAS USADAS</a:t>
            </a:r>
          </a:p>
        </p:txBody>
      </p:sp>
      <p:sp>
        <p:nvSpPr>
          <p:cNvPr id="3" name="Título 1"/>
          <p:cNvSpPr txBox="1">
            <a:spLocks/>
          </p:cNvSpPr>
          <p:nvPr/>
        </p:nvSpPr>
        <p:spPr>
          <a:xfrm>
            <a:off x="10980683" y="5690092"/>
            <a:ext cx="12113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000" dirty="0"/>
              <a:t>LOGO DA EMPRESA</a:t>
            </a:r>
          </a:p>
        </p:txBody>
      </p:sp>
    </p:spTree>
    <p:extLst>
      <p:ext uri="{BB962C8B-B14F-4D97-AF65-F5344CB8AC3E}">
        <p14:creationId xmlns:p14="http://schemas.microsoft.com/office/powerpoint/2010/main" val="92052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716312" y="498402"/>
            <a:ext cx="4663190" cy="1325563"/>
          </a:xfrm>
        </p:spPr>
        <p:txBody>
          <a:bodyPr/>
          <a:lstStyle/>
          <a:p>
            <a:r>
              <a:rPr lang="pt-BR" dirty="0"/>
              <a:t>Agradecimentos</a:t>
            </a:r>
          </a:p>
        </p:txBody>
      </p:sp>
    </p:spTree>
    <p:extLst>
      <p:ext uri="{BB962C8B-B14F-4D97-AF65-F5344CB8AC3E}">
        <p14:creationId xmlns:p14="http://schemas.microsoft.com/office/powerpoint/2010/main" val="214369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B334A2346D58409A16C84B7EEDDE38" ma:contentTypeVersion="15" ma:contentTypeDescription="Crie um novo documento." ma:contentTypeScope="" ma:versionID="ed16b506831396353ea18b301ec4395d">
  <xsd:schema xmlns:xsd="http://www.w3.org/2001/XMLSchema" xmlns:xs="http://www.w3.org/2001/XMLSchema" xmlns:p="http://schemas.microsoft.com/office/2006/metadata/properties" xmlns:ns2="cba532a7-839e-45e0-ba1e-66f27cbafab8" xmlns:ns3="2f609882-0bea-4134-8b17-ea32795dc0b8" targetNamespace="http://schemas.microsoft.com/office/2006/metadata/properties" ma:root="true" ma:fieldsID="7a074abc424d9bd2d151db1d57fab098" ns2:_="" ns3:_="">
    <xsd:import namespace="cba532a7-839e-45e0-ba1e-66f27cbafab8"/>
    <xsd:import namespace="2f609882-0bea-4134-8b17-ea32795dc0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a532a7-839e-45e0-ba1e-66f27cbafa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6feb83-d4ae-439c-a7fc-4010712e82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609882-0bea-4134-8b17-ea32795dc0b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4c4697e8-6d91-42f1-8b80-926e089b442e}" ma:internalName="TaxCatchAll" ma:showField="CatchAllData" ma:web="2f609882-0bea-4134-8b17-ea32795dc0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f609882-0bea-4134-8b17-ea32795dc0b8" xsi:nil="true"/>
    <lcf76f155ced4ddcb4097134ff3c332f xmlns="cba532a7-839e-45e0-ba1e-66f27cbafab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D95CD9A-618B-4EFA-8F60-52739D09CF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1EADA9-7087-4B48-9673-9F103636E33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ba532a7-839e-45e0-ba1e-66f27cbafab8"/>
    <ds:schemaRef ds:uri="2f609882-0bea-4134-8b17-ea32795dc0b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F7EE0B-F7C3-4937-9946-FEA80B7F3A2E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www.w3.org/XML/1998/namespace"/>
    <ds:schemaRef ds:uri="cba532a7-839e-45e0-ba1e-66f27cbafab8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f609882-0bea-4134-8b17-ea32795dc0b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126</Words>
  <Application>Microsoft Office PowerPoint</Application>
  <PresentationFormat>Widescreen</PresentationFormat>
  <Paragraphs>36</Paragraphs>
  <Slides>12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NOME DA EMPRESA</vt:lpstr>
      <vt:lpstr>EQUIPE </vt:lpstr>
      <vt:lpstr>HISTÓRIA DA EMPRESA</vt:lpstr>
      <vt:lpstr>MISSÃO</vt:lpstr>
      <vt:lpstr>IDENTIDADE VISUAL</vt:lpstr>
      <vt:lpstr>ANÁLISE SWOT - FOFA</vt:lpstr>
      <vt:lpstr>Público - alvo</vt:lpstr>
      <vt:lpstr>SERVIÇOS OFERECIDOS </vt:lpstr>
      <vt:lpstr>CLIENTE </vt:lpstr>
      <vt:lpstr>LINK PARA O SITE</vt:lpstr>
      <vt:lpstr>TECNOLOGIAS USADAS</vt:lpstr>
      <vt:lpstr>Agradecimentos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EMPRESA</dc:title>
  <dc:creator>Alan Oliveira Pinto</dc:creator>
  <cp:lastModifiedBy>Turma Tarde</cp:lastModifiedBy>
  <cp:revision>68</cp:revision>
  <dcterms:created xsi:type="dcterms:W3CDTF">2022-05-30T12:09:35Z</dcterms:created>
  <dcterms:modified xsi:type="dcterms:W3CDTF">2026-09-22T15:54:58Z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0x01010000B334A2346D58409A16C84B7EEDDE38</vt:lpwstr>
  </property>
  <property fmtid="{D5CDD505-2E9C-101B-9397-08002B2CF9AE}" pid="3" name="MediaServiceImageTags">
    <vt:lpwstr/>
  </property>
</Properties>
</file>